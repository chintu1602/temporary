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aaa8a6911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eaaa8a6911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eaaa8a6911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Secrets Management — Azure Key Vault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320040" y="804672"/>
            <a:ext cx="658368" cy="658368"/>
          </a:xfrm>
          <a:prstGeom prst="ellipse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320040" y="8046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1097280" y="8229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Secrets Stored in Key Vault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1097280" y="114300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Auto-generated or injected at deploy time — never hardcoded in source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256032" y="1508760"/>
            <a:ext cx="4251960" cy="1645920"/>
          </a:xfrm>
          <a:prstGeom prst="roundRect">
            <a:avLst>
              <a:gd fmla="val 5000" name="adj"/>
            </a:avLst>
          </a:prstGeom>
          <a:solidFill>
            <a:srgbClr val="0A1929"/>
          </a:solidFill>
          <a:ln cap="flat" cmpd="sng" w="12700">
            <a:solidFill>
              <a:srgbClr val="AD14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365760" y="1600200"/>
            <a:ext cx="2011680" cy="274320"/>
          </a:xfrm>
          <a:prstGeom prst="roundRect">
            <a:avLst>
              <a:gd fmla="val 20000" name="adj"/>
            </a:avLst>
          </a:prstGeom>
          <a:solidFill>
            <a:srgbClr val="AD1457"/>
          </a:solidFill>
          <a:ln cap="flat" cmpd="sng" w="12700">
            <a:solidFill>
              <a:srgbClr val="AD1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365760" y="16002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 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65760" y="1965960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AD1457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29768" y="1997964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FB1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48FB1"/>
                </a:solidFill>
                <a:latin typeface="Courier New"/>
                <a:ea typeface="Courier New"/>
                <a:cs typeface="Courier New"/>
                <a:sym typeface="Courier New"/>
              </a:rPr>
              <a:t>jwt_secret_key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587752" y="1997964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Auto-generated 64-char key for JWT signing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65760" y="2235708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AD1457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29768" y="2267712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FB1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48FB1"/>
                </a:solidFill>
                <a:latin typeface="Courier New"/>
                <a:ea typeface="Courier New"/>
                <a:cs typeface="Courier New"/>
                <a:sym typeface="Courier New"/>
              </a:rPr>
              <a:t>entra_client_id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587752" y="2267712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Microsoft Entra ID OAuth app client 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65760" y="2505456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AD1457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29768" y="2537460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FB1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48FB1"/>
                </a:solidFill>
                <a:latin typeface="Courier New"/>
                <a:ea typeface="Courier New"/>
                <a:cs typeface="Courier New"/>
                <a:sym typeface="Courier New"/>
              </a:rPr>
              <a:t>entra_client_secret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587752" y="2537460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Entra ID OAuth 2.0 client secret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5760" y="2775204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AD1457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29768" y="2807208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FB1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48FB1"/>
                </a:solidFill>
                <a:latin typeface="Courier New"/>
                <a:ea typeface="Courier New"/>
                <a:cs typeface="Courier New"/>
                <a:sym typeface="Courier New"/>
              </a:rPr>
              <a:t>entra_tenant_id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587752" y="2807208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Azure Active Directory tenant identifier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81728" y="1508760"/>
            <a:ext cx="4251960" cy="1376172"/>
          </a:xfrm>
          <a:prstGeom prst="roundRect">
            <a:avLst>
              <a:gd fmla="val 5980" name="adj"/>
            </a:avLst>
          </a:prstGeom>
          <a:solidFill>
            <a:srgbClr val="0A1929"/>
          </a:solidFill>
          <a:ln cap="flat" cmpd="sng" w="12700">
            <a:solidFill>
              <a:srgbClr val="1565C0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791456" y="1600200"/>
            <a:ext cx="2011680" cy="274320"/>
          </a:xfrm>
          <a:prstGeom prst="roundRect">
            <a:avLst>
              <a:gd fmla="val 20000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791456" y="16002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🗃️  Database &amp;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791456" y="1965960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A1525"/>
          </a:solidFill>
          <a:ln cap="flat" cmpd="sng" w="12700">
            <a:solidFill>
              <a:srgbClr val="1565C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855464" y="1997964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db_password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013448" y="1997964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Auto-generated 32-char PostgreSQL password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791456" y="2235708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A1525"/>
          </a:solidFill>
          <a:ln cap="flat" cmpd="sng" w="12700">
            <a:solidFill>
              <a:srgbClr val="1565C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855464" y="2267712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database_url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013448" y="2267712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Full PostgreSQL connection string (VNet)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791456" y="2505456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A1525"/>
          </a:solidFill>
          <a:ln cap="flat" cmpd="sng" w="12700">
            <a:solidFill>
              <a:srgbClr val="1565C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855464" y="2537460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storage_connection_string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013448" y="2537460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Azure Blob Storage account connection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56032" y="3200400"/>
            <a:ext cx="4251960" cy="1645920"/>
          </a:xfrm>
          <a:prstGeom prst="roundRect">
            <a:avLst>
              <a:gd fmla="val 5000" name="adj"/>
            </a:avLst>
          </a:prstGeom>
          <a:solidFill>
            <a:srgbClr val="0A1929"/>
          </a:solidFill>
          <a:ln cap="flat" cmpd="sng" w="12700">
            <a:solidFill>
              <a:srgbClr val="6A1B9A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65760" y="3291840"/>
            <a:ext cx="2011680" cy="274320"/>
          </a:xfrm>
          <a:prstGeom prst="roundRect">
            <a:avLst>
              <a:gd fmla="val 20000" name="adj"/>
            </a:avLst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365760" y="32918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  AI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65760" y="3657600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6A1B9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29768" y="3689604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CE93D8"/>
                </a:solidFill>
                <a:latin typeface="Courier New"/>
                <a:ea typeface="Courier New"/>
                <a:cs typeface="Courier New"/>
                <a:sym typeface="Courier New"/>
              </a:rPr>
              <a:t>openai_endpoint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587752" y="3689604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Azure OpenAI service endpoint 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365760" y="3927348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6A1B9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429768" y="3959352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CE93D8"/>
                </a:solidFill>
                <a:latin typeface="Courier New"/>
                <a:ea typeface="Courier New"/>
                <a:cs typeface="Courier New"/>
                <a:sym typeface="Courier New"/>
              </a:rPr>
              <a:t>openai_key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2587752" y="3959352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Azure OpenAI API authentication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5760" y="4197096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6A1B9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429768" y="4229100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CE93D8"/>
                </a:solidFill>
                <a:latin typeface="Courier New"/>
                <a:ea typeface="Courier New"/>
                <a:cs typeface="Courier New"/>
                <a:sym typeface="Courier New"/>
              </a:rPr>
              <a:t>doc_intelligence_endpoint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587752" y="4229100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 Intelligence service 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65760" y="4466844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D1F35"/>
          </a:solidFill>
          <a:ln cap="flat" cmpd="sng" w="12700">
            <a:solidFill>
              <a:srgbClr val="6A1B9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29768" y="4498848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CE93D8"/>
                </a:solidFill>
                <a:latin typeface="Courier New"/>
                <a:ea typeface="Courier New"/>
                <a:cs typeface="Courier New"/>
                <a:sym typeface="Courier New"/>
              </a:rPr>
              <a:t>doc_intelligence_key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587752" y="4498848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 Intelligence API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681728" y="3200400"/>
            <a:ext cx="4251960" cy="1376172"/>
          </a:xfrm>
          <a:prstGeom prst="roundRect">
            <a:avLst>
              <a:gd fmla="val 5980" name="adj"/>
            </a:avLst>
          </a:prstGeom>
          <a:solidFill>
            <a:srgbClr val="0A1929"/>
          </a:solidFill>
          <a:ln cap="flat" cmpd="sng" w="12700">
            <a:solidFill>
              <a:srgbClr val="E65100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791456" y="3291840"/>
            <a:ext cx="2011680" cy="274320"/>
          </a:xfrm>
          <a:prstGeom prst="roundRect">
            <a:avLst>
              <a:gd fmla="val 20000" name="adj"/>
            </a:avLst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4791456" y="32918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📨  Messaging &amp; 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791456" y="3657600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A1525"/>
          </a:solidFill>
          <a:ln cap="flat" cmpd="sng" w="12700">
            <a:solidFill>
              <a:srgbClr val="E6510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855464" y="3689604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80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FCC80"/>
                </a:solidFill>
                <a:latin typeface="Courier New"/>
                <a:ea typeface="Courier New"/>
                <a:cs typeface="Courier New"/>
                <a:sym typeface="Courier New"/>
              </a:rPr>
              <a:t>service_bus_connection_string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013448" y="3689604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Service Bus namespace connection 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791456" y="3927348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A1525"/>
          </a:solidFill>
          <a:ln cap="flat" cmpd="sng" w="12700">
            <a:solidFill>
              <a:srgbClr val="E6510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855464" y="3959352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80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FCC80"/>
                </a:solidFill>
                <a:latin typeface="Courier New"/>
                <a:ea typeface="Courier New"/>
                <a:cs typeface="Courier New"/>
                <a:sym typeface="Courier New"/>
              </a:rPr>
              <a:t>smtp_username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013448" y="3959352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SMTP email service username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791456" y="4197096"/>
            <a:ext cx="4032504" cy="233172"/>
          </a:xfrm>
          <a:prstGeom prst="roundRect">
            <a:avLst>
              <a:gd fmla="val 15686" name="adj"/>
            </a:avLst>
          </a:prstGeom>
          <a:solidFill>
            <a:srgbClr val="0A1525"/>
          </a:solidFill>
          <a:ln cap="flat" cmpd="sng" w="12700">
            <a:solidFill>
              <a:srgbClr val="E65100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855464" y="4229100"/>
            <a:ext cx="208483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80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FFCC80"/>
                </a:solidFill>
                <a:latin typeface="Courier New"/>
                <a:ea typeface="Courier New"/>
                <a:cs typeface="Courier New"/>
                <a:sym typeface="Courier New"/>
              </a:rPr>
              <a:t>smtp_password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013448" y="4229100"/>
            <a:ext cx="1984248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SMTP email service password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56032" y="4773168"/>
            <a:ext cx="8631936" cy="292608"/>
          </a:xfrm>
          <a:prstGeom prst="roundRect">
            <a:avLst>
              <a:gd fmla="val 18750" name="adj"/>
            </a:avLst>
          </a:prstGeom>
          <a:solidFill>
            <a:srgbClr val="050D1A"/>
          </a:solidFill>
          <a:ln cap="flat" cmpd="sng" w="12700">
            <a:solidFill>
              <a:srgbClr val="00BF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384048" y="4800600"/>
            <a:ext cx="2084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🔒 Purge protection + 7-day soft delete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532888" y="4800600"/>
            <a:ext cx="2084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🚫 Access restricted to Terraform SP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681728" y="4800600"/>
            <a:ext cx="2084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⚙️ Injected via app_settings — not env vars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830568" y="4800600"/>
            <a:ext cx="2084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🎲 Passwords auto-generated by random_password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